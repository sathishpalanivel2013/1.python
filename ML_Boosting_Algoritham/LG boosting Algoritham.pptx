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51CB-7F9E-74B3-3910-F1AEB5EEB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375BD-B2B3-6F01-3573-155F82F5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2567-5BC9-B337-E2FE-2D28BFC7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8ABE9-6BF9-E5C7-A2B7-5E1A95BA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BE479-873F-1BCC-47F5-402A676B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5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ECF-AA05-9D32-A52F-6ABEF3DA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DF30-22D6-7CAA-A99B-332511C53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2E89B-536F-5393-6949-E95C3C84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C813B-F407-4C2A-5432-4CE33187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1B1FC-B682-944A-99F1-8A7E5BCB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0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1554-C260-2082-E397-0EE6BF00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C8CAF-D034-FE55-9E81-5FE76B1CE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87E8C-79ED-209E-68CA-0CD811F22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D8C-39BF-871A-073D-6BB11C01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F489-CE0C-DF06-B692-239EC60A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3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8CAA-2F13-4A41-B267-D6E7D5B9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49F8-E535-5AA0-3C74-3C1FA4D6D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D6BB8-D27A-5E00-4DB8-BAAD9456E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67F03-5F29-D22D-4C9B-9B2E1E92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E40F9-8285-377A-6ACC-27A13ACA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B273-0F51-B355-2FAD-A0D8FE88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7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606-89A3-BD1D-9447-A7231040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B4A7-4111-F514-8CA8-67DECDDDA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23BB0-6064-8EF0-C70B-9055A3A73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5A59B-6608-33A1-DA7F-9BB48664A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7B17F-BEF8-5CB5-7FD9-FD66ABC6D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994BC-232B-4826-546B-61DB84ED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7D929-097B-5A24-B8A7-95340CE8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024D4-E334-7249-8D27-DE80D4DD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05FB-5CD8-E736-225C-B807A1EF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49B06-D0CF-951E-518C-17694E8B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9E25D-3395-892C-AC4A-86CBABA2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78C5F-A5D8-361A-40A7-075D5AA3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6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5C685-CEC0-F933-624F-B67C066F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FF99F-990E-5379-E829-677657D0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77534-A94D-88FD-2570-14313985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6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3F8D-7DDF-3452-D362-73AF6CC3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1F4-273D-192A-551B-AFA19536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5804B-E894-E9CD-E5AD-0DA4A2438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14786-431B-2FB2-7350-14A3F3AE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8A0CA-9087-E8A0-FAC3-ADFE402E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2BC-73F1-3318-2BF5-29240C82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1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60F8-A8C2-2B55-275B-FFF6D4C6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83393-CC75-96BB-79D8-FEED9CD69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E7568-09E9-6E09-E4E9-6878225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C370F-B7D4-4D0A-A561-3F1EA2C4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63EAD-0E00-8A96-D908-46DCA63D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BD3BF-A131-B8A5-4140-C7C4795B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3002-C609-89F9-87CC-92B007FC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56708-97D2-AC2E-FF76-256E85AFE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2149-AA05-3561-82D0-279D2F6E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321A-8401-6C96-1656-EA9E7D79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F205F-2DB8-50A4-1769-6CF1213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3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1B89B-74D9-6021-DB95-A21E855F5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11FF9-1262-3B2B-AF50-556DF1D74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3DF0-F939-340E-D64E-5BEDCB99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FAD0-049B-B6B9-B372-A68AB9C2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73F4-5756-0195-BD7D-93AB2C0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7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FC6DD-8CF5-1AF6-244A-B99E8D87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688A-79F7-2F57-365F-56E71519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87B8-563B-D5B2-80F9-F8E8B0943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30CD-1759-F54A-518A-24E367E4B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5152-7AA1-6EDC-C0BB-B113ADFE9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9280-C2E3-6C44-8050-139D995E3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LG Boosting </a:t>
            </a:r>
            <a:r>
              <a:rPr lang="en-US" dirty="0" err="1"/>
              <a:t>algoritham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5B0F-9608-AB49-5712-B7CF6A462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403075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75721-88C1-A375-BA15-0B1C6EBE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LG Boosting working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FC87E6-B922-C21B-4EE4-7E68506DA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1" y="1675227"/>
            <a:ext cx="87883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44D4-2453-62F4-AA3D-415CBD78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LGMBoost</a:t>
            </a:r>
            <a:r>
              <a:rPr lang="en-US" dirty="0"/>
              <a:t>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B4A9-F6DE-B9FD-CF27-FB825DB9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 </a:t>
            </a:r>
            <a:r>
              <a:rPr lang="en-US" b="1" dirty="0"/>
              <a:t>Leaf-wise</a:t>
            </a:r>
            <a:r>
              <a:rPr lang="en-US" dirty="0"/>
              <a:t> tree growth (grows the specific leaf that reduces loss the most) instead of </a:t>
            </a:r>
            <a:r>
              <a:rPr lang="en-US" b="1" dirty="0"/>
              <a:t>Level-wise</a:t>
            </a:r>
            <a:r>
              <a:rPr lang="en-US" dirty="0"/>
              <a:t> (grows all leaves at the same level, like </a:t>
            </a:r>
            <a:r>
              <a:rPr lang="en-US" dirty="0" err="1"/>
              <a:t>XGBoost</a:t>
            </a:r>
            <a:r>
              <a:rPr lang="en-US" dirty="0"/>
              <a:t>)All model average consider as prediction</a:t>
            </a:r>
          </a:p>
          <a:p>
            <a:r>
              <a:rPr lang="en-US" dirty="0"/>
              <a:t>Also uses </a:t>
            </a:r>
            <a:r>
              <a:rPr lang="en-US" b="1" dirty="0"/>
              <a:t>Histogram-based binning</a:t>
            </a:r>
            <a:r>
              <a:rPr lang="en-US" dirty="0"/>
              <a:t>—instead of sorting floating-point values, it bins them into discrete integers (e.g., 0–255) to speed up training dramatically.</a:t>
            </a:r>
          </a:p>
          <a:p>
            <a:r>
              <a:rPr lang="en-US" dirty="0"/>
              <a:t>Grows </a:t>
            </a:r>
            <a:r>
              <a:rPr lang="en-US" b="1" dirty="0"/>
              <a:t>leaf-wise</a:t>
            </a:r>
            <a:r>
              <a:rPr lang="en-US" dirty="0"/>
              <a:t> (fastest, but deeper trees) vs </a:t>
            </a:r>
            <a:r>
              <a:rPr lang="en-US" dirty="0" err="1"/>
              <a:t>XGBoost</a:t>
            </a:r>
            <a:r>
              <a:rPr lang="en-US" dirty="0"/>
              <a:t> </a:t>
            </a:r>
            <a:r>
              <a:rPr lang="en-US" b="1" dirty="0"/>
              <a:t>level-wise</a:t>
            </a:r>
            <a:r>
              <a:rPr lang="en-US" dirty="0"/>
              <a:t> (slower, but balanced). </a:t>
            </a:r>
            <a:r>
              <a:rPr lang="en-US" dirty="0" err="1"/>
              <a:t>LightGBM</a:t>
            </a:r>
            <a:r>
              <a:rPr lang="en-US"/>
              <a:t> is faster on huge datasets (&gt;100k rows).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89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LG Boosting algoritham</vt:lpstr>
      <vt:lpstr>LG Boosting working Diagram</vt:lpstr>
      <vt:lpstr>LGMBoost logic</vt:lpstr>
    </vt:vector>
  </TitlesOfParts>
  <Company>Tech Mahindra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Sathish Palaniveln</dc:creator>
  <cp:lastModifiedBy>Sathish Palaniveln</cp:lastModifiedBy>
  <cp:revision>4</cp:revision>
  <dcterms:created xsi:type="dcterms:W3CDTF">2026-08-31T12:49:09Z</dcterms:created>
  <dcterms:modified xsi:type="dcterms:W3CDTF">2026-09-07T09:07:40Z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655256-13e9-4c0b-ba73-c54361842301_Enabled">
    <vt:lpwstr>true</vt:lpwstr>
  </property>
  <property fmtid="{D5CDD505-2E9C-101B-9397-08002B2CF9AE}" pid="3" name="MSIP_Label_ec655256-13e9-4c0b-ba73-c54361842301_SetDate">
    <vt:lpwstr>2026-08-31T12:55:59Z</vt:lpwstr>
  </property>
  <property fmtid="{D5CDD505-2E9C-101B-9397-08002B2CF9AE}" pid="4" name="MSIP_Label_ec655256-13e9-4c0b-ba73-c54361842301_Method">
    <vt:lpwstr>Privileged</vt:lpwstr>
  </property>
  <property fmtid="{D5CDD505-2E9C-101B-9397-08002B2CF9AE}" pid="5" name="MSIP_Label_ec655256-13e9-4c0b-ba73-c54361842301_Name">
    <vt:lpwstr>Public</vt:lpwstr>
  </property>
  <property fmtid="{D5CDD505-2E9C-101B-9397-08002B2CF9AE}" pid="6" name="MSIP_Label_ec655256-13e9-4c0b-ba73-c54361842301_SiteId">
    <vt:lpwstr>edf442f5-b994-4c86-a131-b42b03a16c95</vt:lpwstr>
  </property>
  <property fmtid="{D5CDD505-2E9C-101B-9397-08002B2CF9AE}" pid="7" name="MSIP_Label_ec655256-13e9-4c0b-ba73-c54361842301_ActionId">
    <vt:lpwstr>783d12bc-fae8-41cc-9bf3-17f5bcd5ac0a</vt:lpwstr>
  </property>
  <property fmtid="{D5CDD505-2E9C-101B-9397-08002B2CF9AE}" pid="8" name="MSIP_Label_ec655256-13e9-4c0b-ba73-c54361842301_ContentBits">
    <vt:lpwstr>0</vt:lpwstr>
  </property>
  <property fmtid="{D5CDD505-2E9C-101B-9397-08002B2CF9AE}" pid="9" name="MSIP_Label_ec655256-13e9-4c0b-ba73-c54361842301_Tag">
    <vt:lpwstr>10, 0, 1, 1</vt:lpwstr>
  </property>
</Properties>
</file>