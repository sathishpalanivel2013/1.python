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C51CB-7F9E-74B3-3910-F1AEB5EEB3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C375BD-B2B3-6F01-3573-155F82F57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A2567-5BC9-B337-E2FE-2D28BFC7C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98ABE9-6BF9-E5C7-A2B7-5E1A95BAA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BE479-873F-1BCC-47F5-402A676B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254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26ECF-AA05-9D32-A52F-6ABEF3DA3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EDF30-22D6-7CAA-A99B-332511C538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2E89B-536F-5393-6949-E95C3C848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C813B-F407-4C2A-5432-4CE33187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1B1FC-B682-944A-99F1-8A7E5BCB6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03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21554-C260-2082-E397-0EE6BF00A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EC8CAF-D034-FE55-9E81-5FE76B1CEE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87E8C-79ED-209E-68CA-0CD811F22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66D8C-39BF-871A-073D-6BB11C015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DF489-CE0C-DF06-B692-239EC60A9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836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68CAA-2F13-4A41-B267-D6E7D5B9D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D49F8-E535-5AA0-3C74-3C1FA4D6DA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7D6BB8-D27A-5E00-4DB8-BAAD9456E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67F03-5F29-D22D-4C9B-9B2E1E92E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E40F9-8285-377A-6ACC-27A13ACAB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CB273-0F51-B355-2FAD-A0D8FE889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779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3E606-89A3-BD1D-9447-A7231040C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CB4A7-4111-F514-8CA8-67DECDDDAD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C23BB0-6064-8EF0-C70B-9055A3A73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65A59B-6608-33A1-DA7F-9BB48664A4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B7B17F-BEF8-5CB5-7FD9-FD66ABC6DC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9994BC-232B-4826-546B-61DB84ED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F7D929-097B-5A24-B8A7-95340CE8C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2024D4-E334-7249-8D27-DE80D4DDC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742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905FB-5CD8-E736-225C-B807A1EF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249B06-D0CF-951E-518C-17694E8B6C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9E25D-3395-892C-AC4A-86CBABA24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678C5F-A5D8-361A-40A7-075D5AA3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65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95C685-CEC0-F933-624F-B67C066FD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EFF99F-990E-5379-E829-677657D0B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277534-A94D-88FD-2570-14313985C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665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3F8D-7DDF-3452-D362-73AF6CC38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1F4-273D-192A-551B-AFA19536C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E5804B-E894-E9CD-E5AD-0DA4A24386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614786-431B-2FB2-7350-14A3F3AE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8A0CA-9087-E8A0-FAC3-ADFE402EA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F72BC-73F1-3318-2BF5-29240C823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182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860F8-A8C2-2B55-275B-FFF6D4C65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483393-CC75-96BB-79D8-FEED9CD69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5E7568-09E9-6E09-E4E9-687822503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9C370F-B7D4-4D0A-A561-3F1EA2C4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C63EAD-0E00-8A96-D908-46DCA63D7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3BD3BF-A131-B8A5-4140-C7C4795BC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701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3002-C609-89F9-87CC-92B007FC5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56708-97D2-AC2E-FF76-256E85AFE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F2149-AA05-3561-82D0-279D2F6EA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A321A-8401-6C96-1656-EA9E7D794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F205F-2DB8-50A4-1769-6CF12130F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7355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31B89B-74D9-6021-DB95-A21E855F5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11FF9-1262-3B2B-AF50-556DF1D745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3DF0-F939-340E-D64E-5BEDCB996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BFAD0-049B-B6B9-B372-A68AB9C29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273F4-5756-0195-BD7D-93AB2C01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67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FFC6DD-8CF5-1AF6-244A-B99E8D879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5688A-79F7-2F57-365F-56E7151978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1B87B8-563B-D5B2-80F9-F8E8B0943B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C4CAC9-2F5F-4F5A-B8B6-8222528E07D1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30CD-1759-F54A-518A-24E367E4BA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535152-7AA1-6EDC-C0BB-B113ADFE9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E78F24-6FCD-4A9F-B58C-CEE3F1B576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69280-C2E3-6C44-8050-139D995E37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XG Boosting algorithm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5A5B0F-9608-AB49-5712-B7CF6A462E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1403075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75721-88C1-A375-BA15-0B1C6EBE0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XG Boosting working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CF655C-3064-14E9-3958-ECCAD2E94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77316" y="664701"/>
            <a:ext cx="6780700" cy="5526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749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844D4-2453-62F4-AA3D-415CBD78D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XGBoost</a:t>
            </a:r>
            <a:r>
              <a:rPr lang="en-US" dirty="0"/>
              <a:t>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6B4A9-F6DE-B9FD-CF27-FB825DB9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adds </a:t>
            </a:r>
            <a:r>
              <a:rPr lang="en-US" b="1" dirty="0"/>
              <a:t>regularization (L1/L2)</a:t>
            </a:r>
            <a:r>
              <a:rPr lang="en-US" dirty="0"/>
              <a:t> to the loss function to penalize complex trees (prevents overfitting)All model average consider as prediction</a:t>
            </a:r>
          </a:p>
          <a:p>
            <a:r>
              <a:rPr lang="en-US" dirty="0"/>
              <a:t>Built-in regularization, native missing value handling,</a:t>
            </a:r>
          </a:p>
          <a:p>
            <a:r>
              <a:rPr lang="en-US" dirty="0"/>
              <a:t>parallelized tree-building (at node level)</a:t>
            </a:r>
          </a:p>
        </p:txBody>
      </p:sp>
    </p:spTree>
    <p:extLst>
      <p:ext uri="{BB962C8B-B14F-4D97-AF65-F5344CB8AC3E}">
        <p14:creationId xmlns:p14="http://schemas.microsoft.com/office/powerpoint/2010/main" val="3316896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51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XG Boosting algorithm</vt:lpstr>
      <vt:lpstr>XG Boosting working Diagram</vt:lpstr>
      <vt:lpstr>XGBoost Logic</vt:lpstr>
    </vt:vector>
  </TitlesOfParts>
  <Company>Tech Mahindra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Sathish Palaniveln</dc:creator>
  <cp:lastModifiedBy>Sathish Palaniveln</cp:lastModifiedBy>
  <cp:revision>3</cp:revision>
  <dcterms:created xsi:type="dcterms:W3CDTF">2026-08-31T12:49:09Z</dcterms:created>
  <dcterms:modified xsi:type="dcterms:W3CDTF">2026-09-07T09:03:12Z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c655256-13e9-4c0b-ba73-c54361842301_Enabled">
    <vt:lpwstr>true</vt:lpwstr>
  </property>
  <property fmtid="{D5CDD505-2E9C-101B-9397-08002B2CF9AE}" pid="3" name="MSIP_Label_ec655256-13e9-4c0b-ba73-c54361842301_SetDate">
    <vt:lpwstr>2026-08-31T12:55:59Z</vt:lpwstr>
  </property>
  <property fmtid="{D5CDD505-2E9C-101B-9397-08002B2CF9AE}" pid="4" name="MSIP_Label_ec655256-13e9-4c0b-ba73-c54361842301_Method">
    <vt:lpwstr>Privileged</vt:lpwstr>
  </property>
  <property fmtid="{D5CDD505-2E9C-101B-9397-08002B2CF9AE}" pid="5" name="MSIP_Label_ec655256-13e9-4c0b-ba73-c54361842301_Name">
    <vt:lpwstr>Public</vt:lpwstr>
  </property>
  <property fmtid="{D5CDD505-2E9C-101B-9397-08002B2CF9AE}" pid="6" name="MSIP_Label_ec655256-13e9-4c0b-ba73-c54361842301_SiteId">
    <vt:lpwstr>edf442f5-b994-4c86-a131-b42b03a16c95</vt:lpwstr>
  </property>
  <property fmtid="{D5CDD505-2E9C-101B-9397-08002B2CF9AE}" pid="7" name="MSIP_Label_ec655256-13e9-4c0b-ba73-c54361842301_ActionId">
    <vt:lpwstr>783d12bc-fae8-41cc-9bf3-17f5bcd5ac0a</vt:lpwstr>
  </property>
  <property fmtid="{D5CDD505-2E9C-101B-9397-08002B2CF9AE}" pid="8" name="MSIP_Label_ec655256-13e9-4c0b-ba73-c54361842301_ContentBits">
    <vt:lpwstr>0</vt:lpwstr>
  </property>
  <property fmtid="{D5CDD505-2E9C-101B-9397-08002B2CF9AE}" pid="9" name="MSIP_Label_ec655256-13e9-4c0b-ba73-c54361842301_Tag">
    <vt:lpwstr>10, 0, 1, 1</vt:lpwstr>
  </property>
</Properties>
</file>